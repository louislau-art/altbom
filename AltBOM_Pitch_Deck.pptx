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0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716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00F2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AltBOM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914400" y="21945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硬件降本与供应链平替雷达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914400" y="2834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 消除供应链断货风险，一键重塑电路板硬件利润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40233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0AE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黑客马拉松 AltBOM 协同研发小组 (Louis &amp; Team)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20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F2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行业痛点与研发壁垒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2468880" cy="3200400"/>
          </a:xfrm>
          <a:prstGeom prst="rect">
            <a:avLst/>
          </a:prstGeom>
          <a:solidFill>
            <a:srgbClr val="232B45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65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01. 供应链暴雷断货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21031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欧美传统芯片巨头经常面临高达 52 周的超长供货周期，或突然被禁运停产，导致工厂产线停工，项目延期损失惨重。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337560" y="1188720"/>
            <a:ext cx="2468880" cy="3200400"/>
          </a:xfrm>
          <a:prstGeom prst="rect">
            <a:avLst/>
          </a:prstGeom>
          <a:solidFill>
            <a:srgbClr val="232B45"/>
          </a:solidFill>
          <a:ln/>
        </p:spPr>
      </p:sp>
      <p:sp>
        <p:nvSpPr>
          <p:cNvPr id="7" name="Text 5"/>
          <p:cNvSpPr/>
          <p:nvPr/>
        </p:nvSpPr>
        <p:spPr>
          <a:xfrm>
            <a:off x="3520440" y="13716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CC9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02. 降本寻源门槛高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520440" y="1828800"/>
            <a:ext cx="21031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市场上国产平替厂家林立，规格参数多如繁星。硬件工程师逐个查阅 Datasheet 极度低效，信息不对称导致企业采购成本难降。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26480" y="1188720"/>
            <a:ext cx="2468880" cy="3200400"/>
          </a:xfrm>
          <a:prstGeom prst="rect">
            <a:avLst/>
          </a:prstGeom>
          <a:solidFill>
            <a:srgbClr val="232B45"/>
          </a:solidFill>
          <a:ln/>
        </p:spPr>
      </p:sp>
      <p:sp>
        <p:nvSpPr>
          <p:cNvPr id="10" name="Text 8"/>
          <p:cNvSpPr/>
          <p:nvPr/>
        </p:nvSpPr>
        <p:spPr>
          <a:xfrm>
            <a:off x="6309360" y="13716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65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03. 盲目换料风险高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309360" y="1828800"/>
            <a:ext cx="21031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仅凭芯片名字相似或通用大模型推荐进行平替，极易忽略电气特性的微小改动与引脚重定义，最终在焊接通电时导致烧板冒烟。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20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F2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AltBOM AI 混合雷达解决方案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3749040" cy="1463040"/>
          </a:xfrm>
          <a:prstGeom prst="rect">
            <a:avLst/>
          </a:prstGeom>
          <a:solidFill>
            <a:srgbClr val="232B45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F2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⚙️ 双通道向量匹配 (Hybrid Search)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1737360"/>
            <a:ext cx="3383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首创将 TF-IDF 语义余弦相似度（对比功能描述）与硬件封装/引脚/工作电压强制物理校验相结合，彻底排除烧板隐患。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846320" y="1188720"/>
            <a:ext cx="3749040" cy="1463040"/>
          </a:xfrm>
          <a:prstGeom prst="rect">
            <a:avLst/>
          </a:prstGeom>
          <a:solidFill>
            <a:srgbClr val="232B45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0" y="137160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F2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📡 联网价格及现货穿透 (Real-time)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29200" y="1737360"/>
            <a:ext cx="3383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后台自动调用大模型联网搜索工具，秒级爬取立创商城等主流电子平台的最新价格与库存，保障数据鲜活可靠。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926080"/>
            <a:ext cx="3749040" cy="1463040"/>
          </a:xfrm>
          <a:prstGeom prst="rect">
            <a:avLst/>
          </a:prstGeom>
          <a:solidFill>
            <a:srgbClr val="232B45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310896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F2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📥 采购单与 ECN 报告双通道导出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31520" y="3474720"/>
            <a:ext cx="3383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一键导出完全平替好的整板采购 CSV 文件，同步输出附带完整 FAE 避坑指南的设计变更 HTML 报告，打通研采协作链条。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846320" y="2926080"/>
            <a:ext cx="3749040" cy="1463040"/>
          </a:xfrm>
          <a:prstGeom prst="rect">
            <a:avLst/>
          </a:prstGeom>
          <a:solidFill>
            <a:srgbClr val="232B45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0" y="310896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F2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📊 全景式高效看板 (No Chatbot)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029200" y="3474720"/>
            <a:ext cx="3383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彻底砍掉繁琐的对话聊天框。BOM 表一键拖入瞬间，全景铺开呈现所有的可优化指标、比对表格与技术细节，直接辅助决策。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20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F2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降本优化效果实测：智能手表 BOM 看板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2468880" cy="2011680"/>
          </a:xfrm>
          <a:prstGeom prst="rect">
            <a:avLst/>
          </a:prstGeom>
          <a:solidFill>
            <a:srgbClr val="232B45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0AE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原核心器件成本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2103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¥42.65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3337560" y="1188720"/>
            <a:ext cx="2468880" cy="2011680"/>
          </a:xfrm>
          <a:prstGeom prst="rect">
            <a:avLst/>
          </a:prstGeom>
          <a:solidFill>
            <a:srgbClr val="232B45"/>
          </a:solidFill>
          <a:ln/>
        </p:spPr>
      </p:sp>
      <p:sp>
        <p:nvSpPr>
          <p:cNvPr id="7" name="Text 5"/>
          <p:cNvSpPr/>
          <p:nvPr/>
        </p:nvSpPr>
        <p:spPr>
          <a:xfrm>
            <a:off x="3520440" y="13716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F2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优化后核心成本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520440" y="1828800"/>
            <a:ext cx="2103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0F2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¥16.95</a:t>
            </a:r>
            <a:endParaRPr lang="en-US" sz="4000" dirty="0"/>
          </a:p>
        </p:txBody>
      </p:sp>
      <p:sp>
        <p:nvSpPr>
          <p:cNvPr id="9" name="Shape 7"/>
          <p:cNvSpPr/>
          <p:nvPr/>
        </p:nvSpPr>
        <p:spPr>
          <a:xfrm>
            <a:off x="6126480" y="1188720"/>
            <a:ext cx="2468880" cy="2011680"/>
          </a:xfrm>
          <a:prstGeom prst="rect">
            <a:avLst/>
          </a:prstGeom>
          <a:solidFill>
            <a:srgbClr val="232B45"/>
          </a:solidFill>
          <a:ln/>
        </p:spPr>
      </p:sp>
      <p:sp>
        <p:nvSpPr>
          <p:cNvPr id="10" name="Text 8"/>
          <p:cNvSpPr/>
          <p:nvPr/>
        </p:nvSpPr>
        <p:spPr>
          <a:xfrm>
            <a:off x="6309360" y="13716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ECC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整板可降本比例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309360" y="1828800"/>
            <a:ext cx="2103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2ECC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60.3%</a:t>
            </a:r>
            <a:endParaRPr lang="en-US" sz="4600" dirty="0"/>
          </a:p>
        </p:txBody>
      </p:sp>
      <p:sp>
        <p:nvSpPr>
          <p:cNvPr id="12" name="Shape 10"/>
          <p:cNvSpPr/>
          <p:nvPr/>
        </p:nvSpPr>
        <p:spPr>
          <a:xfrm>
            <a:off x="548640" y="3566160"/>
            <a:ext cx="8046720" cy="1097280"/>
          </a:xfrm>
          <a:prstGeom prst="rect">
            <a:avLst/>
          </a:prstGeom>
          <a:solidFill>
            <a:srgbClr val="232B45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65760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评估结论：通过对智能手表主控 MCU、LDO 稳压电源、SPI Flash 闪存、三轴加速度计、充电芯片及经典蓝牙模块这 6 大核心高频器件的替换比对。整板在 100% 物理引脚安全兼容的前提下成功降低了 60.3% 的元件成本，并使核心供应链全部过渡为充足的国产货源，消除了断货风险。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20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F2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FAE 设计避坑与固件移植建议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3749040" cy="3474720"/>
          </a:xfrm>
          <a:prstGeom prst="rect">
            <a:avLst/>
          </a:prstGeom>
          <a:solidFill>
            <a:srgbClr val="232B45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F2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📐 物理改板与电气防雷 (EE Hardware)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338328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200"/>
              </a:spcAft>
              <a:buNone/>
            </a:pPr>
            <a:r>
              <a:rPr lang="en-US" sz="12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AMS1117 (SOT-223) ➡️ LDK130 (SOT-23)：静态漏电流减少 97.6% (大幅提升续航)，但封装和焊盘改变，须微调 PCB Layout。</a:t>
            </a:r>
            <a:endParaRPr lang="en-US" sz="12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2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ADXL345 ➡️ LIS3DH 加速度计：LGA-16 封装引脚电气定义一致，但存在 0.1mm 焊盘公差差异，量产建议微调钢网。</a:t>
            </a:r>
            <a:endParaRPr lang="en-US" sz="12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2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GD32F103 替代 STM32：引脚直替。注意 GD32 内部 RC 温漂比 ST 稍大，在高频 CAN/UART 时序敏感设计中建议外挂高精有源晶振。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846320" y="1188720"/>
            <a:ext cx="3749040" cy="3474720"/>
          </a:xfrm>
          <a:prstGeom prst="rect">
            <a:avLst/>
          </a:prstGeom>
          <a:solidFill>
            <a:srgbClr val="232B45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0" y="13716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F2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💻 固件驱动移植与接口适配 (Firmware)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29200" y="1828800"/>
            <a:ext cx="338328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200"/>
              </a:spcAft>
              <a:buNone/>
            </a:pPr>
            <a:r>
              <a:rPr lang="en-US" sz="12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SPI Flash 替代：兆易创新 JEDEC ID 为 0xC8，原 Winbond 为 0xEF。主控固件驱动若有校验 ID 逻辑，必须修改兼容以防自检死机。</a:t>
            </a:r>
            <a:endParaRPr lang="en-US" sz="12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2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蓝牙 HC-05 ➡️ JDY-31：JDY-31 出厂默认串口波特率为 9600，且 AT 配置指令集与原 HC-05 (38400) 迥异，主控初始化串口发送代码须做适配。</a:t>
            </a:r>
            <a:endParaRPr lang="en-US" sz="12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2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传感器 3 轴驱动：ADXL345 与 LIS3DH 寄存器逻辑不一致，必须更换为 LIS3DH 的驱动库文件，并重新配置中断触发阈值。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20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6459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F2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驱动的硬件敏捷设计新时代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914400" y="23774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让每一块电路板都能在几秒钟内实现极致的性价比与供应链韧性。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34747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ECC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谢谢大家！期待您的专家提问。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AltBOM Pitch Deck</dc:title>
  <dc:subject>PptxGenJS Presentation</dc:subject>
  <dc:creator>AltBOM Team</dc:creator>
  <cp:lastModifiedBy>AltBOM Team</cp:lastModifiedBy>
  <cp:revision>1</cp:revision>
  <dcterms:created xsi:type="dcterms:W3CDTF">2026-07-02T02:34:34Z</dcterms:created>
  <dcterms:modified xsi:type="dcterms:W3CDTF">2026-07-02T02:34:34Z</dcterms:modified>
</cp:coreProperties>
</file>